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TrustFlow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negotiate your AI policy. A gateway enforces it.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42416" y="3566160"/>
            <a:ext cx="2148840" cy="457200"/>
          </a:xfrm>
          <a:prstGeom prst="roundRect">
            <a:avLst>
              <a:gd name="adj" fmla="val 42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propose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91256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94176" y="3566160"/>
            <a:ext cx="2148840" cy="457200"/>
          </a:xfrm>
          <a:prstGeom prst="roundRect">
            <a:avLst>
              <a:gd name="adj" fmla="val 42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signs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43016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45936" y="3566160"/>
            <a:ext cx="2148840" cy="457200"/>
          </a:xfrm>
          <a:prstGeom prst="roundRect">
            <a:avLst>
              <a:gd name="adj" fmla="val 42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approve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94776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97696" y="3566160"/>
            <a:ext cx="2148840" cy="457200"/>
          </a:xfrm>
          <a:prstGeom prst="roundRect">
            <a:avLst>
              <a:gd name="adj" fmla="val 42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enforces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Cloud Global AI Hackathon · Track 3: Agent Society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qwen-max agents · deterministic policy compiler · edge gateway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fails on approvals, not models.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email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85623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IT, Procurement, and the Works Council trade attachments before one tool goes live.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AI fills the gap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90779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paste company data into private ChatGPT while the approval thread idles.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PDFs, no enforcement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95935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Legal finally approves is a document — nothing checks it at the inference edge.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55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017520" y="49560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in our practitioner-evidence corpus (n=55) are approval-process pain — the single largest cluster.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50876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0F172A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Germany first
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German labor law gives elected worker representatives — the Works Council (Betriebsrat) — a legal veto over workplace AI tools (§87 BetrVG). Approval that takes weeks in the US can take months.
</a:t>
            </a:r>
            <a:pPr algn="l" indent="0" marL="0">
              <a:lnSpc>
                <a:spcPct val="105000"/>
              </a:lnSpc>
              <a:buNone/>
            </a:pP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for the hardest market. Everywhere else is a subset.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Agent Society judging.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72768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decomposition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90195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specialist agents — Runner, Procurement, Compliance, Works Council, IT — negotiate over six structured rounds with distinct mandates and veto rights.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249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&amp; disagreement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07238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S04: Compliance and IT force a compromise (sovereign routing). S05: Procurement vetoes an unsigned vendor DPA. Employees appeal; humans arbitrate.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913632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9534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vs single agent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24281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request through one generic agent: approved. Through the boardroom: correctly DENIED. Live-captured comparison, committed in the repo (slide 6).</a:t>
            </a:r>
            <a:endParaRPr lang="en-US" sz="1350" dirty="0"/>
          </a:p>
        </p:txBody>
      </p:sp>
      <p:pic>
        <p:nvPicPr>
          <p:cNvPr id="12" name="Image 0" descr="/Users/chao.xue/shirley/Trust Flow/trust-flow/docs/hackathon/diagrams/round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5230368"/>
            <a:ext cx="603504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negotiation → deterministic enforcement.</a:t>
            </a:r>
            <a:endParaRPr lang="en-US" sz="3400" dirty="0"/>
          </a:p>
        </p:txBody>
      </p:sp>
      <p:pic>
        <p:nvPicPr>
          <p:cNvPr id="3" name="Image 0" descr="/Users/chao.xue/shirley/Trust Flow/trust-flow/docs/hackathon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1417320"/>
            <a:ext cx="8778240" cy="3146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8920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Agent boardroom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qwen-max on Qwen Cloud — five agents emit structured proposals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19856" y="48920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Policy compiler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merge → rules.json + signed policy hash — no LLM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91072" y="48920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Human sign-off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+ IT approve in parallel; nothing activates without them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62288" y="48920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Edge gateway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scan, routing, deny codes, audit — in the customer VPC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deploy: Layer A stays in the customer VPC (data sovereignty) · Layer B runs on Qwen Cloud.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five Qwen specialists negotiate — in seconds.</a:t>
            </a:r>
            <a:endParaRPr lang="en-US" sz="3400" dirty="0"/>
          </a:p>
        </p:txBody>
      </p:sp>
      <p:pic>
        <p:nvPicPr>
          <p:cNvPr id="3" name="Image 0" descr="/Users/chao.xue/shirley/Trust Flow/trust-flow/docs/hackathon/screenshots/01_glassbox_boardroom_s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818120" cy="43976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0" y="1463040"/>
            <a:ext cx="301752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· Compliance — Conditional
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Demands risk tier LIMITED_RISK and 6-month audit retention.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595360" y="2834640"/>
            <a:ext cx="301752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· Works Council — Deferred
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objection: the works-council agreement (Betriebsvereinbarung) is signed.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595360" y="4206240"/>
            <a:ext cx="301752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 · IT — Conditional
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Payment-schema traffic must route to LOCAL_QWEN_72B — data sovereignty.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view (/glassbox). Recorded from a live qwen-max negotiation, replayed deterministically — same pipeline, no API key needed.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generic agent approves what five specialists deny.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9844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· live qwen-max · 2026-07-05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23360" y="129844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S05 input packet: ChatGPT Enterprise for summarization — vendor DPA not signed.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generic agent — 1 call
</a:t>
            </a:r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“Conditionally approve the use of ChatGPT Enterprise for summarization…”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unsigned OpenAI DPA is never mentioned. No procurement lane exists in a monolith prompt — the one gate that mattered is invisible.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99632" y="192024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TrustFlow boardroom — 6 rounds
</a:t>
            </a:r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am blocking this request until the DPA with the vendor is signed.”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vetoes in round 1. Compiler outcome: DENIED · VENDOR_DPA_PENDING — a deterministic gate, not a vibe.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Reproduce: npm run baseline:demo -- S05 · artifacts committed at docs/hackathon/baseline/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is measured. Time compression (“weeks → seconds”) is illustrative, not a production SLA.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recommend. Humans activate.</a:t>
            </a:r>
            <a:endParaRPr lang="en-US" sz="3400" dirty="0"/>
          </a:p>
        </p:txBody>
      </p:sp>
      <p:pic>
        <p:nvPicPr>
          <p:cNvPr id="3" name="Image 0" descr="/Users/chao.xue/shirley/Trust Flow/trust-flow/docs/hackathon/screenshots/04_governance_signoff_appro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818120" cy="43976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0" y="1554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sign-off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595360" y="186537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DPO/Legal and IT/CISO review the same agent-negotiated diff — no gateway until both sign.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595360" y="28803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by design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95360" y="319125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rationale (min 20 chars) lands in the audit trail as human_sign_off.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95360" y="4206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click, not a project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0" y="451713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is a click on an agent-generated policy — not a ServiceNow queue.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the German-enterprise question “why not full auto?” is the feature, not a compromise.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edge — no LLM in the enforcement path.</a:t>
            </a:r>
            <a:endParaRPr lang="en-US" sz="3400" dirty="0"/>
          </a:p>
        </p:txBody>
      </p:sp>
      <p:pic>
        <p:nvPicPr>
          <p:cNvPr id="3" name="Image 0" descr="/Users/chao.xue/shirley/Trust Flow/trust-flow/docs/hackathon/screenshots/06_gateway_iban_b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818120" cy="43976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0" y="146304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→ MASK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katrin.brenner@… masked; business continues.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595360" y="2496312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IBAN → BLOCK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· PII_BLOCK on payment routes — per-entity policy.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595360" y="3529584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routing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Payment-schema traffic pinned to LOCAL_QWEN_72B.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595360" y="4562856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disclosure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carries disclosure_shown — EU AI Act Art. 50.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scope: regex PII policy in the demo — the architecture point is that enforcement is code, not a prompt.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security enforcement and compliance workflow.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363931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00" tIns="165100" rIns="165100" bIns="1651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TrendAI
</a:t>
            </a:r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AI like a firewall.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runtime enforcement — but policy is static config. Nobody negotiates it.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462272" y="1554480"/>
            <a:ext cx="363931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00" tIns="165100" rIns="165100" bIns="1651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Naaia
</a:t>
            </a:r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AI like GRC.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regulatory workflow — but outputs are documents, not enforced rules.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75904" y="1554480"/>
            <a:ext cx="3639312" cy="2834640"/>
          </a:xfrm>
          <a:prstGeom prst="roundRect">
            <a:avLst>
              <a:gd name="adj" fmla="val 3871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txBody>
          <a:bodyPr wrap="square" lIns="165100" tIns="165100" rIns="165100" bIns="1651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TrustFlow
</a:t>
            </a:r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Negotiates like a boardroom.
Enforces like a gateway.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agents write the policy; a compiler signs it; the edge enforces it.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German wedge: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Works Council Liaison agent owns the §87 BetrVG co-determination gate (deny code </a:t>
            </a:r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BETRIEBSVEREINBARUNG_PENDING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Neither competitor productizes worker co-determination.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ServiceNow ticket doesn’t write three departments’ compromises into rules.json. Five Qwen agents did.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AI with signatures.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42416" y="2148840"/>
            <a:ext cx="2148840" cy="457200"/>
          </a:xfrm>
          <a:prstGeom prst="roundRect">
            <a:avLst>
              <a:gd name="adj" fmla="val 42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propose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191256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94176" y="2148840"/>
            <a:ext cx="2148840" cy="457200"/>
          </a:xfrm>
          <a:prstGeom prst="roundRect">
            <a:avLst>
              <a:gd name="adj" fmla="val 42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signs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43016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5936" y="2148840"/>
            <a:ext cx="2148840" cy="457200"/>
          </a:xfrm>
          <a:prstGeom prst="roundRect">
            <a:avLst>
              <a:gd name="adj" fmla="val 42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approve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94776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97696" y="2148840"/>
            <a:ext cx="2148840" cy="457200"/>
          </a:xfrm>
          <a:prstGeom prst="roundRect">
            <a:avLst>
              <a:gd name="adj" fmla="val 42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enforces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3063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github.com/shirley-xue-2025/trust-flow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36301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 Cloud ECS (Singapore) — URL on the Devpost page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1970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7520" y="419709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— full S04 approve + S05 deny + gateway walk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7640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yourself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476402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-d --build · replay works with no API key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qwen-max · DashScope · Node + Fastify · React · Alibaba Cloud ECS · Playwright-verified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2026-07-05T20:02:11Z</dcterms:created>
  <dcterms:modified xsi:type="dcterms:W3CDTF">2026-07-05T20:02:11Z</dcterms:modified>
</cp:coreProperties>
</file>